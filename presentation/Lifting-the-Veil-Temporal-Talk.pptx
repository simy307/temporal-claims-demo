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from this app's Temporal Web UI, not a mockup. The code is intentionally stripped down to four sequential activity calls — the real claim.workflow.ts adds retries, a child workflow, timers and signals, and all of that shows up on this same timeline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737360"/>
            <a:ext cx="5303520" cy="356616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37360"/>
            <a:ext cx="530352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92224"/>
            <a:ext cx="5029200" cy="274320"/>
          </a:xfrm>
          <a:prstGeom prst="rect">
            <a:avLst/>
          </a:prstGeom>
          <a:noFill/>
        </p:spPr>
        <p:txBody>
          <a:bodyPr wrap="square" anchor="t" lIns="0" rIns="0" tIns="0" bIns="0">
            <a:spAutoFit/>
          </a:bodyPr>
          <a:lstStyle/>
          <a:p>
            <a:r>
              <a:rPr sz="1000" b="0" i="0">
                <a:solidFill>
                  <a:srgbClr val="9AA2C0"/>
                </a:solidFill>
                <a:latin typeface="Consolas"/>
              </a:rPr>
              <a:t>●  ●  ●    claim.workflow.ts — simplified</a:t>
            </a:r>
          </a:p>
        </p:txBody>
      </p:sp>
      <p:sp>
        <p:nvSpPr>
          <p:cNvPr id="9" name="TextBox 8"/>
          <p:cNvSpPr txBox="1"/>
          <p:nvPr/>
        </p:nvSpPr>
        <p:spPr>
          <a:xfrm>
            <a:off x="822960" y="2240280"/>
            <a:ext cx="4937760" cy="288036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export async function claimWorkflow(input: ClaimInput) {
  const validation = await validateClaim(input);
  const coverage   = await verifyCoverage(input);
  const damage     = await assessDamage(input);
  const payment    = await processPayment(input);
  return { validation, coverage, damage, payment };
}</a:t>
            </a:r>
          </a:p>
        </p:txBody>
      </p:sp>
      <p:sp>
        <p:nvSpPr>
          <p:cNvPr id="10" name="Rounded Rectangle 9"/>
          <p:cNvSpPr/>
          <p:nvPr/>
        </p:nvSpPr>
        <p:spPr>
          <a:xfrm>
            <a:off x="6217920" y="1737360"/>
            <a:ext cx="5303520" cy="356616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737360"/>
            <a:ext cx="530352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792224"/>
            <a:ext cx="502920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example.png"/>
          <p:cNvPicPr>
            <a:picLocks noChangeAspect="1"/>
          </p:cNvPicPr>
          <p:nvPr/>
        </p:nvPicPr>
        <p:blipFill>
          <a:blip r:embed="rId3"/>
          <a:stretch>
            <a:fillRect/>
          </a:stretch>
        </p:blipFill>
        <p:spPr>
          <a:xfrm>
            <a:off x="6309360" y="2194560"/>
            <a:ext cx="5120640" cy="2560320"/>
          </a:xfrm>
          <a:prstGeom prst="rect">
            <a:avLst/>
          </a:prstGeom>
        </p:spPr>
      </p:pic>
      <p:sp>
        <p:nvSpPr>
          <p:cNvPr id="14" name="TextBox 13"/>
          <p:cNvSpPr txBox="1"/>
          <p:nvPr/>
        </p:nvSpPr>
        <p:spPr>
          <a:xfrm>
            <a:off x="640080" y="55321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