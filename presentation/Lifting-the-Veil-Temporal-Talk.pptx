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media/media7.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8.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7-temporal-web-ui-to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1325880"/>
            <a:ext cx="1060704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temporal-web-ui-tour.mp4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