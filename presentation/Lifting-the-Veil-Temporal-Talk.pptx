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2.jpg"/><Relationship Id="rId5"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3.jpg"/><Relationship Id="rId5"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4.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5.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6.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7.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checkClaimHistory, checkWatchlists, scoreFraudRisk } =
  proxyActivities&lt;typeof activities&gt;({ ...retryPolicy });
export async function fraudCheckWorkflow(input: ClaimInput) {
  const [history, watchlist] = await Promise.all([
    checkClaimHistory(input),
    checkWatchlists(input),
  ]);
  return await scoreFraudRisk(input.claimId,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