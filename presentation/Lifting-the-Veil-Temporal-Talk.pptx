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600200"/>
            <a:ext cx="8229600" cy="21488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6002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65506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2103120"/>
            <a:ext cx="7863840" cy="146304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
  input: ClaimInput,
) {
  const [history, watchlist] = await Promise.all([
    checkClaimHistory(input),
    checkWatchlists(input),
  ]);
  return await scoreFraudRisk(
    input.claimId,
    [...history, ...watchlist],
  );
}</a:t>
            </a:r>
          </a:p>
        </p:txBody>
      </p:sp>
      <p:sp>
        <p:nvSpPr>
          <p:cNvPr id="10" name="Rounded Rectangle 9"/>
          <p:cNvSpPr/>
          <p:nvPr/>
        </p:nvSpPr>
        <p:spPr>
          <a:xfrm>
            <a:off x="1979676" y="3931920"/>
            <a:ext cx="8229600" cy="19659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393192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398678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3606998" y="4389120"/>
            <a:ext cx="4974956" cy="1371600"/>
          </a:xfrm>
          <a:prstGeom prst="rect">
            <a:avLst/>
          </a:prstGeom>
        </p:spPr>
      </p:pic>
      <p:sp>
        <p:nvSpPr>
          <p:cNvPr id="14" name="TextBox 13"/>
          <p:cNvSpPr txBox="1"/>
          <p:nvPr/>
        </p:nvSpPr>
        <p:spPr>
          <a:xfrm>
            <a:off x="640080" y="608076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