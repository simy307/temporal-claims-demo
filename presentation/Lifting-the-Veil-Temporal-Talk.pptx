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after is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~25 min</a:t>
            </a:r>
          </a:p>
          <a:p>
            <a:r>
              <a:rPr sz="1100" b="0" i="0">
                <a:solidFill>
                  <a:srgbClr val="9AA2C0"/>
                </a:solidFill>
                <a:latin typeface="Segoe UI"/>
              </a:rPr>
              <a:t>talk length</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10" name="TextBox 9"/>
          <p:cNvSpPr txBox="1"/>
          <p:nvPr/>
        </p:nvSpPr>
        <p:spPr>
          <a:xfrm>
            <a:off x="539496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 badly, on purpose</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6 short cuts,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then iterated until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THESIS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Temporal doesn't reward clever prompts.
</a:t>
            </a:r>
            <a:r>
              <a:rPr sz="3200" b="1" i="0">
                <a:solidFill>
                  <a:srgbClr val="E6E9F5"/>
                </a:solidFill>
                <a:latin typeface="Segoe UI"/>
              </a:rPr>
              <a:t>It rewards being </a:t>
            </a:r>
            <a:r>
              <a:rPr sz="3200" b="1" i="0">
                <a:solidFill>
                  <a:srgbClr val="4C9FFE"/>
                </a:solidFill>
                <a:latin typeface="Segoe UI"/>
              </a:rPr>
              <a:t>explicit about failure.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retries. Name the waits. Name what must survive a crash. The rest is implementation detail.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claim.activities.ts
│   ├── fraud.activities.ts
│   ├── payment.activities.ts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Six short cuts. Real failures. Real recovery. No cuts hiding a crash.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 on Monday.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