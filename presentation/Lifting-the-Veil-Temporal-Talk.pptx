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737360"/>
            <a:ext cx="5303520" cy="356616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37360"/>
            <a:ext cx="530352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92224"/>
            <a:ext cx="502920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822960" y="2240280"/>
            <a:ext cx="4937760" cy="288036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const { checkClaimHistory, checkWatchlists, scoreFraudRisk } =
  proxyActivities&lt;typeof activities&gt;({ ...retryPolicy });
export async function fraudCheckWorkflow(input: ClaimInput) {
  const [history, watchlist] = await Promise.all([
    checkClaimHistory(input),
    checkWatchlists(input),
  ]);
  return await scoreFraudRisk(input.claimId, [...history, ...watchlist]);
}</a:t>
            </a:r>
          </a:p>
        </p:txBody>
      </p:sp>
      <p:sp>
        <p:nvSpPr>
          <p:cNvPr id="10" name="Rounded Rectangle 9"/>
          <p:cNvSpPr/>
          <p:nvPr/>
        </p:nvSpPr>
        <p:spPr>
          <a:xfrm>
            <a:off x="6217920" y="1737360"/>
            <a:ext cx="5303520" cy="356616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737360"/>
            <a:ext cx="530352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792224"/>
            <a:ext cx="502920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6309360" y="2194560"/>
            <a:ext cx="5120640" cy="1411765"/>
          </a:xfrm>
          <a:prstGeom prst="rect">
            <a:avLst/>
          </a:prstGeom>
        </p:spPr>
      </p:pic>
      <p:sp>
        <p:nvSpPr>
          <p:cNvPr id="14" name="TextBox 13"/>
          <p:cNvSpPr txBox="1"/>
          <p:nvPr/>
        </p:nvSpPr>
        <p:spPr>
          <a:xfrm>
            <a:off x="640080" y="55321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